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63" r:id="rId3"/>
    <p:sldId id="257" r:id="rId4"/>
    <p:sldId id="258" r:id="rId5"/>
    <p:sldId id="259" r:id="rId6"/>
    <p:sldId id="262" r:id="rId7"/>
    <p:sldId id="260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arko Samuel Tettey" userId="8fbd0af0bdcd3fd9" providerId="LiveId" clId="{A2600DCE-111A-4808-9A7C-672C9F751875}"/>
    <pc:docChg chg="undo custSel addSld delSld modSld modMainMaster">
      <pc:chgData name="Nyarko Samuel Tettey" userId="8fbd0af0bdcd3fd9" providerId="LiveId" clId="{A2600DCE-111A-4808-9A7C-672C9F751875}" dt="2026-05-05T10:40:13.514" v="1115" actId="20577"/>
      <pc:docMkLst>
        <pc:docMk/>
      </pc:docMkLst>
      <pc:sldChg chg="modSp mod">
        <pc:chgData name="Nyarko Samuel Tettey" userId="8fbd0af0bdcd3fd9" providerId="LiveId" clId="{A2600DCE-111A-4808-9A7C-672C9F751875}" dt="2026-05-05T09:38:44.651" v="794"/>
        <pc:sldMkLst>
          <pc:docMk/>
          <pc:sldMk cId="1051294465" sldId="256"/>
        </pc:sldMkLst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1051294465" sldId="256"/>
            <ac:spMk id="3" creationId="{A2A0553B-D788-1BCE-8B1C-BA40FC07CA07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1051294465" sldId="256"/>
            <ac:spMk id="4" creationId="{B51C9A50-3C69-5C03-E113-B89F320F4FC4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1051294465" sldId="256"/>
            <ac:spMk id="5" creationId="{3D8992B0-A7C2-0848-83E9-9840148067DB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1051294465" sldId="256"/>
            <ac:spMk id="6" creationId="{0E087676-5AC9-4968-4301-33AD9BDE2668}"/>
          </ac:spMkLst>
        </pc:spChg>
      </pc:sldChg>
      <pc:sldChg chg="modSp mod">
        <pc:chgData name="Nyarko Samuel Tettey" userId="8fbd0af0bdcd3fd9" providerId="LiveId" clId="{A2600DCE-111A-4808-9A7C-672C9F751875}" dt="2026-05-05T09:38:44.651" v="794"/>
        <pc:sldMkLst>
          <pc:docMk/>
          <pc:sldMk cId="2233440462" sldId="257"/>
        </pc:sldMkLst>
        <pc:spChg chg="mod">
          <ac:chgData name="Nyarko Samuel Tettey" userId="8fbd0af0bdcd3fd9" providerId="LiveId" clId="{A2600DCE-111A-4808-9A7C-672C9F751875}" dt="2026-05-04T10:10:22.516" v="20"/>
          <ac:spMkLst>
            <pc:docMk/>
            <pc:sldMk cId="2233440462" sldId="257"/>
            <ac:spMk id="2" creationId="{82457738-8787-AFC2-9A12-C66DB61EAFF1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233440462" sldId="257"/>
            <ac:spMk id="3" creationId="{F1582337-ABA6-E791-9A37-69E33A268F49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233440462" sldId="257"/>
            <ac:spMk id="4" creationId="{E0E5C01B-4891-925F-4711-C6C04B2991C4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233440462" sldId="257"/>
            <ac:spMk id="5" creationId="{05D1F5BA-D6D2-4D38-E15A-9CE501365015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233440462" sldId="257"/>
            <ac:spMk id="6" creationId="{FEE6E097-32EC-63D7-E03B-D64D7E3591F6}"/>
          </ac:spMkLst>
        </pc:spChg>
      </pc:sldChg>
      <pc:sldChg chg="modSp mod">
        <pc:chgData name="Nyarko Samuel Tettey" userId="8fbd0af0bdcd3fd9" providerId="LiveId" clId="{A2600DCE-111A-4808-9A7C-672C9F751875}" dt="2026-05-05T09:38:44.651" v="794"/>
        <pc:sldMkLst>
          <pc:docMk/>
          <pc:sldMk cId="3005168016" sldId="258"/>
        </pc:sldMkLst>
        <pc:spChg chg="mod">
          <ac:chgData name="Nyarko Samuel Tettey" userId="8fbd0af0bdcd3fd9" providerId="LiveId" clId="{A2600DCE-111A-4808-9A7C-672C9F751875}" dt="2026-05-04T10:10:31.866" v="21" actId="115"/>
          <ac:spMkLst>
            <pc:docMk/>
            <pc:sldMk cId="3005168016" sldId="258"/>
            <ac:spMk id="2" creationId="{9E5DF77B-8041-158A-1D31-2815C410624E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3005168016" sldId="258"/>
            <ac:spMk id="4" creationId="{DB28036D-6D79-F80B-DB70-EBDAAF732B06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3005168016" sldId="258"/>
            <ac:spMk id="5" creationId="{C7820942-B88F-CB5B-4B4E-9D74C9E040EF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3005168016" sldId="258"/>
            <ac:spMk id="6" creationId="{F1EBA306-A6CC-1132-A418-17E3ABD1D485}"/>
          </ac:spMkLst>
        </pc:spChg>
      </pc:sldChg>
      <pc:sldChg chg="modSp mod">
        <pc:chgData name="Nyarko Samuel Tettey" userId="8fbd0af0bdcd3fd9" providerId="LiveId" clId="{A2600DCE-111A-4808-9A7C-672C9F751875}" dt="2026-05-05T09:38:44.651" v="794"/>
        <pc:sldMkLst>
          <pc:docMk/>
          <pc:sldMk cId="2361782608" sldId="259"/>
        </pc:sldMkLst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361782608" sldId="259"/>
            <ac:spMk id="2" creationId="{A0455718-B264-2395-4240-1AEE2605AC70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361782608" sldId="259"/>
            <ac:spMk id="4" creationId="{E26D1C27-AA47-9739-291E-EFF8E1665696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361782608" sldId="259"/>
            <ac:spMk id="5" creationId="{3D7B7DDC-39BB-6F8A-24DC-01AEC4A8EABE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361782608" sldId="259"/>
            <ac:spMk id="6" creationId="{257F710E-7537-5195-FA58-EF6847B08B38}"/>
          </ac:spMkLst>
        </pc:spChg>
      </pc:sldChg>
      <pc:sldChg chg="modSp mod">
        <pc:chgData name="Nyarko Samuel Tettey" userId="8fbd0af0bdcd3fd9" providerId="LiveId" clId="{A2600DCE-111A-4808-9A7C-672C9F751875}" dt="2026-05-05T10:32:40.418" v="1011" actId="20577"/>
        <pc:sldMkLst>
          <pc:docMk/>
          <pc:sldMk cId="2219393555" sldId="260"/>
        </pc:sldMkLst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219393555" sldId="260"/>
            <ac:spMk id="2" creationId="{45F7A967-021B-4645-C089-A5474DBFA2E6}"/>
          </ac:spMkLst>
        </pc:spChg>
        <pc:spChg chg="mod">
          <ac:chgData name="Nyarko Samuel Tettey" userId="8fbd0af0bdcd3fd9" providerId="LiveId" clId="{A2600DCE-111A-4808-9A7C-672C9F751875}" dt="2026-05-05T10:32:40.418" v="1011" actId="20577"/>
          <ac:spMkLst>
            <pc:docMk/>
            <pc:sldMk cId="2219393555" sldId="260"/>
            <ac:spMk id="3" creationId="{FEC9F35D-70E9-FB84-75B7-2989188F6B07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219393555" sldId="260"/>
            <ac:spMk id="4" creationId="{CC74F451-1A87-CFDB-6B67-0EEA0C8C50AB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219393555" sldId="260"/>
            <ac:spMk id="5" creationId="{305B094B-3B4C-4AA6-9FB6-3DE6394D9EDD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2219393555" sldId="260"/>
            <ac:spMk id="6" creationId="{915EB22B-A12D-8D13-1EC4-D39F3CCF0AA4}"/>
          </ac:spMkLst>
        </pc:spChg>
      </pc:sldChg>
      <pc:sldChg chg="modSp del mod">
        <pc:chgData name="Nyarko Samuel Tettey" userId="8fbd0af0bdcd3fd9" providerId="LiveId" clId="{A2600DCE-111A-4808-9A7C-672C9F751875}" dt="2026-05-05T09:36:55.812" v="731" actId="2696"/>
        <pc:sldMkLst>
          <pc:docMk/>
          <pc:sldMk cId="806903426" sldId="261"/>
        </pc:sldMkLst>
        <pc:spChg chg="mod">
          <ac:chgData name="Nyarko Samuel Tettey" userId="8fbd0af0bdcd3fd9" providerId="LiveId" clId="{A2600DCE-111A-4808-9A7C-672C9F751875}" dt="2026-05-04T11:43:55" v="730" actId="114"/>
          <ac:spMkLst>
            <pc:docMk/>
            <pc:sldMk cId="806903426" sldId="261"/>
            <ac:spMk id="2" creationId="{7557A6A7-0571-5558-28D2-28FD8FA81945}"/>
          </ac:spMkLst>
        </pc:spChg>
        <pc:spChg chg="mod">
          <ac:chgData name="Nyarko Samuel Tettey" userId="8fbd0af0bdcd3fd9" providerId="LiveId" clId="{A2600DCE-111A-4808-9A7C-672C9F751875}" dt="2026-05-04T11:43:46.882" v="728" actId="14100"/>
          <ac:spMkLst>
            <pc:docMk/>
            <pc:sldMk cId="806903426" sldId="261"/>
            <ac:spMk id="3" creationId="{78D6BFB4-F88E-B564-E4DE-28EBE2E45CA4}"/>
          </ac:spMkLst>
        </pc:spChg>
      </pc:sldChg>
      <pc:sldChg chg="modSp add mod">
        <pc:chgData name="Nyarko Samuel Tettey" userId="8fbd0af0bdcd3fd9" providerId="LiveId" clId="{A2600DCE-111A-4808-9A7C-672C9F751875}" dt="2026-05-05T10:40:13.514" v="1115" actId="20577"/>
        <pc:sldMkLst>
          <pc:docMk/>
          <pc:sldMk cId="3813962315" sldId="261"/>
        </pc:sldMkLst>
        <pc:spChg chg="mod">
          <ac:chgData name="Nyarko Samuel Tettey" userId="8fbd0af0bdcd3fd9" providerId="LiveId" clId="{A2600DCE-111A-4808-9A7C-672C9F751875}" dt="2026-05-05T09:37:51.527" v="776" actId="1076"/>
          <ac:spMkLst>
            <pc:docMk/>
            <pc:sldMk cId="3813962315" sldId="261"/>
            <ac:spMk id="2" creationId="{7557A6A7-0571-5558-28D2-28FD8FA81945}"/>
          </ac:spMkLst>
        </pc:spChg>
        <pc:spChg chg="mod">
          <ac:chgData name="Nyarko Samuel Tettey" userId="8fbd0af0bdcd3fd9" providerId="LiveId" clId="{A2600DCE-111A-4808-9A7C-672C9F751875}" dt="2026-05-05T10:40:13.514" v="1115" actId="20577"/>
          <ac:spMkLst>
            <pc:docMk/>
            <pc:sldMk cId="3813962315" sldId="261"/>
            <ac:spMk id="3" creationId="{78D6BFB4-F88E-B564-E4DE-28EBE2E45CA4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3813962315" sldId="261"/>
            <ac:spMk id="4" creationId="{01F61DC3-50F8-ACE8-0897-7D7A1AFF0DCA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3813962315" sldId="261"/>
            <ac:spMk id="5" creationId="{1107412D-451C-269A-C487-4B8CBF439593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3813962315" sldId="261"/>
            <ac:spMk id="6" creationId="{519FED69-1292-D4A7-76B0-0EEBF0972139}"/>
          </ac:spMkLst>
        </pc:spChg>
      </pc:sldChg>
      <pc:sldChg chg="addSp delSp modSp new mod">
        <pc:chgData name="Nyarko Samuel Tettey" userId="8fbd0af0bdcd3fd9" providerId="LiveId" clId="{A2600DCE-111A-4808-9A7C-672C9F751875}" dt="2026-05-05T09:38:44.651" v="794"/>
        <pc:sldMkLst>
          <pc:docMk/>
          <pc:sldMk cId="961041555" sldId="262"/>
        </pc:sldMkLst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961041555" sldId="262"/>
            <ac:spMk id="2" creationId="{335CF77B-A997-4548-6FB6-9DF345C78E39}"/>
          </ac:spMkLst>
        </pc:spChg>
        <pc:spChg chg="add del mod">
          <ac:chgData name="Nyarko Samuel Tettey" userId="8fbd0af0bdcd3fd9" providerId="LiveId" clId="{A2600DCE-111A-4808-9A7C-672C9F751875}" dt="2026-05-04T10:32:15.343" v="34" actId="478"/>
          <ac:spMkLst>
            <pc:docMk/>
            <pc:sldMk cId="961041555" sldId="262"/>
            <ac:spMk id="3" creationId="{26F0A580-85B8-CDD4-579F-7CC227BEC421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961041555" sldId="262"/>
            <ac:spMk id="4" creationId="{A2129C22-9482-4864-48BF-622AB839197B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961041555" sldId="262"/>
            <ac:spMk id="5" creationId="{8480DF0A-09E0-3FFD-764C-456FD55935B7}"/>
          </ac:spMkLst>
        </pc:spChg>
        <pc:spChg chg="mod">
          <ac:chgData name="Nyarko Samuel Tettey" userId="8fbd0af0bdcd3fd9" providerId="LiveId" clId="{A2600DCE-111A-4808-9A7C-672C9F751875}" dt="2026-05-05T09:38:44.651" v="794"/>
          <ac:spMkLst>
            <pc:docMk/>
            <pc:sldMk cId="961041555" sldId="262"/>
            <ac:spMk id="6" creationId="{D5659A83-4305-9C4E-E653-BC212C1D6036}"/>
          </ac:spMkLst>
        </pc:spChg>
        <pc:spChg chg="add del mod">
          <ac:chgData name="Nyarko Samuel Tettey" userId="8fbd0af0bdcd3fd9" providerId="LiveId" clId="{A2600DCE-111A-4808-9A7C-672C9F751875}" dt="2026-05-04T10:32:05.083" v="33" actId="478"/>
          <ac:spMkLst>
            <pc:docMk/>
            <pc:sldMk cId="961041555" sldId="262"/>
            <ac:spMk id="8" creationId="{F34B3D5F-82A7-E799-E446-76CB8081CFA2}"/>
          </ac:spMkLst>
        </pc:spChg>
        <pc:spChg chg="add mod">
          <ac:chgData name="Nyarko Samuel Tettey" userId="8fbd0af0bdcd3fd9" providerId="LiveId" clId="{A2600DCE-111A-4808-9A7C-672C9F751875}" dt="2026-05-04T10:33:28.236" v="48" actId="14100"/>
          <ac:spMkLst>
            <pc:docMk/>
            <pc:sldMk cId="961041555" sldId="262"/>
            <ac:spMk id="10" creationId="{F097097E-6D79-31D2-A8DE-96604CE3DABA}"/>
          </ac:spMkLst>
        </pc:spChg>
        <pc:spChg chg="add mod">
          <ac:chgData name="Nyarko Samuel Tettey" userId="8fbd0af0bdcd3fd9" providerId="LiveId" clId="{A2600DCE-111A-4808-9A7C-672C9F751875}" dt="2026-05-04T10:37:03.693" v="118" actId="1076"/>
          <ac:spMkLst>
            <pc:docMk/>
            <pc:sldMk cId="961041555" sldId="262"/>
            <ac:spMk id="11" creationId="{3B3A6991-2A0E-57CA-2FF9-37415D56C7B8}"/>
          </ac:spMkLst>
        </pc:spChg>
        <pc:spChg chg="add mod">
          <ac:chgData name="Nyarko Samuel Tettey" userId="8fbd0af0bdcd3fd9" providerId="LiveId" clId="{A2600DCE-111A-4808-9A7C-672C9F751875}" dt="2026-05-04T10:37:12.554" v="119" actId="1076"/>
          <ac:spMkLst>
            <pc:docMk/>
            <pc:sldMk cId="961041555" sldId="262"/>
            <ac:spMk id="12" creationId="{926C2C46-1A39-B14D-7719-B08263FFE7AA}"/>
          </ac:spMkLst>
        </pc:spChg>
        <pc:spChg chg="add mod">
          <ac:chgData name="Nyarko Samuel Tettey" userId="8fbd0af0bdcd3fd9" providerId="LiveId" clId="{A2600DCE-111A-4808-9A7C-672C9F751875}" dt="2026-05-04T11:27:39.599" v="703" actId="14100"/>
          <ac:spMkLst>
            <pc:docMk/>
            <pc:sldMk cId="961041555" sldId="262"/>
            <ac:spMk id="13" creationId="{3F037AF2-F51E-509A-907C-EA1C4A3744A3}"/>
          </ac:spMkLst>
        </pc:spChg>
        <pc:spChg chg="add mod">
          <ac:chgData name="Nyarko Samuel Tettey" userId="8fbd0af0bdcd3fd9" providerId="LiveId" clId="{A2600DCE-111A-4808-9A7C-672C9F751875}" dt="2026-05-04T10:45:19.406" v="226" actId="20577"/>
          <ac:spMkLst>
            <pc:docMk/>
            <pc:sldMk cId="961041555" sldId="262"/>
            <ac:spMk id="14" creationId="{95881CDD-2E73-C986-47C5-81554D9A505A}"/>
          </ac:spMkLst>
        </pc:spChg>
        <pc:spChg chg="add mod">
          <ac:chgData name="Nyarko Samuel Tettey" userId="8fbd0af0bdcd3fd9" providerId="LiveId" clId="{A2600DCE-111A-4808-9A7C-672C9F751875}" dt="2026-05-04T10:45:27.125" v="227" actId="1076"/>
          <ac:spMkLst>
            <pc:docMk/>
            <pc:sldMk cId="961041555" sldId="262"/>
            <ac:spMk id="15" creationId="{A3AB986E-630A-5786-D825-A3E817F6BB64}"/>
          </ac:spMkLst>
        </pc:spChg>
        <pc:spChg chg="add mod">
          <ac:chgData name="Nyarko Samuel Tettey" userId="8fbd0af0bdcd3fd9" providerId="LiveId" clId="{A2600DCE-111A-4808-9A7C-672C9F751875}" dt="2026-05-04T10:59:12.751" v="408" actId="1076"/>
          <ac:spMkLst>
            <pc:docMk/>
            <pc:sldMk cId="961041555" sldId="262"/>
            <ac:spMk id="16" creationId="{C11FBDB6-C331-ABC9-4502-7CDF66B4514C}"/>
          </ac:spMkLst>
        </pc:spChg>
        <pc:spChg chg="add mod">
          <ac:chgData name="Nyarko Samuel Tettey" userId="8fbd0af0bdcd3fd9" providerId="LiveId" clId="{A2600DCE-111A-4808-9A7C-672C9F751875}" dt="2026-05-04T11:06:55.949" v="492" actId="1076"/>
          <ac:spMkLst>
            <pc:docMk/>
            <pc:sldMk cId="961041555" sldId="262"/>
            <ac:spMk id="17" creationId="{14F5A175-2D9C-95A0-3148-4332C560C2AD}"/>
          </ac:spMkLst>
        </pc:spChg>
        <pc:spChg chg="add del mod">
          <ac:chgData name="Nyarko Samuel Tettey" userId="8fbd0af0bdcd3fd9" providerId="LiveId" clId="{A2600DCE-111A-4808-9A7C-672C9F751875}" dt="2026-05-04T10:48:18.282" v="267"/>
          <ac:spMkLst>
            <pc:docMk/>
            <pc:sldMk cId="961041555" sldId="262"/>
            <ac:spMk id="18" creationId="{2D4ACE66-9FD3-5CE8-AA5F-ACD4E916D608}"/>
          </ac:spMkLst>
        </pc:spChg>
        <pc:spChg chg="add del mod">
          <ac:chgData name="Nyarko Samuel Tettey" userId="8fbd0af0bdcd3fd9" providerId="LiveId" clId="{A2600DCE-111A-4808-9A7C-672C9F751875}" dt="2026-05-04T10:48:50.793" v="270"/>
          <ac:spMkLst>
            <pc:docMk/>
            <pc:sldMk cId="961041555" sldId="262"/>
            <ac:spMk id="19" creationId="{55384522-5B9B-A6C3-0899-B8A80D1B92EC}"/>
          </ac:spMkLst>
        </pc:spChg>
        <pc:spChg chg="add del mod">
          <ac:chgData name="Nyarko Samuel Tettey" userId="8fbd0af0bdcd3fd9" providerId="LiveId" clId="{A2600DCE-111A-4808-9A7C-672C9F751875}" dt="2026-05-04T10:51:12.967" v="280" actId="478"/>
          <ac:spMkLst>
            <pc:docMk/>
            <pc:sldMk cId="961041555" sldId="262"/>
            <ac:spMk id="20" creationId="{5EDAC27C-B13B-3E1D-C543-324D3A53C198}"/>
          </ac:spMkLst>
        </pc:spChg>
        <pc:spChg chg="add del mod">
          <ac:chgData name="Nyarko Samuel Tettey" userId="8fbd0af0bdcd3fd9" providerId="LiveId" clId="{A2600DCE-111A-4808-9A7C-672C9F751875}" dt="2026-05-04T10:52:08.441" v="284" actId="478"/>
          <ac:spMkLst>
            <pc:docMk/>
            <pc:sldMk cId="961041555" sldId="262"/>
            <ac:spMk id="21" creationId="{80A09C2D-DCA1-2BD4-1AD3-A4188D3C0D9B}"/>
          </ac:spMkLst>
        </pc:spChg>
        <pc:spChg chg="add mod">
          <ac:chgData name="Nyarko Samuel Tettey" userId="8fbd0af0bdcd3fd9" providerId="LiveId" clId="{A2600DCE-111A-4808-9A7C-672C9F751875}" dt="2026-05-04T10:53:59.441" v="302" actId="13822"/>
          <ac:spMkLst>
            <pc:docMk/>
            <pc:sldMk cId="961041555" sldId="262"/>
            <ac:spMk id="22" creationId="{0F85A52F-1C09-E748-4008-D9542B9E50EE}"/>
          </ac:spMkLst>
        </pc:spChg>
        <pc:spChg chg="add mod">
          <ac:chgData name="Nyarko Samuel Tettey" userId="8fbd0af0bdcd3fd9" providerId="LiveId" clId="{A2600DCE-111A-4808-9A7C-672C9F751875}" dt="2026-05-04T11:21:52.943" v="679" actId="1035"/>
          <ac:spMkLst>
            <pc:docMk/>
            <pc:sldMk cId="961041555" sldId="262"/>
            <ac:spMk id="23" creationId="{8C9AB3FC-9427-C386-A08F-92830DA4D942}"/>
          </ac:spMkLst>
        </pc:spChg>
        <pc:spChg chg="add mod">
          <ac:chgData name="Nyarko Samuel Tettey" userId="8fbd0af0bdcd3fd9" providerId="LiveId" clId="{A2600DCE-111A-4808-9A7C-672C9F751875}" dt="2026-05-04T10:55:51.600" v="365" actId="20577"/>
          <ac:spMkLst>
            <pc:docMk/>
            <pc:sldMk cId="961041555" sldId="262"/>
            <ac:spMk id="24" creationId="{69939C64-BE42-4656-3335-687D68C6E2A9}"/>
          </ac:spMkLst>
        </pc:spChg>
        <pc:spChg chg="add mod">
          <ac:chgData name="Nyarko Samuel Tettey" userId="8fbd0af0bdcd3fd9" providerId="LiveId" clId="{A2600DCE-111A-4808-9A7C-672C9F751875}" dt="2026-05-04T11:22:03.180" v="686" actId="1035"/>
          <ac:spMkLst>
            <pc:docMk/>
            <pc:sldMk cId="961041555" sldId="262"/>
            <ac:spMk id="25" creationId="{5A8E2683-F0CB-ED12-7254-AC97E4169296}"/>
          </ac:spMkLst>
        </pc:spChg>
        <pc:spChg chg="add mod">
          <ac:chgData name="Nyarko Samuel Tettey" userId="8fbd0af0bdcd3fd9" providerId="LiveId" clId="{A2600DCE-111A-4808-9A7C-672C9F751875}" dt="2026-05-04T11:07:28.076" v="498" actId="20577"/>
          <ac:spMkLst>
            <pc:docMk/>
            <pc:sldMk cId="961041555" sldId="262"/>
            <ac:spMk id="26" creationId="{427C2279-80D7-9672-756C-1E9FD70752AF}"/>
          </ac:spMkLst>
        </pc:spChg>
        <pc:spChg chg="add mod">
          <ac:chgData name="Nyarko Samuel Tettey" userId="8fbd0af0bdcd3fd9" providerId="LiveId" clId="{A2600DCE-111A-4808-9A7C-672C9F751875}" dt="2026-05-04T11:07:34.394" v="499" actId="1076"/>
          <ac:spMkLst>
            <pc:docMk/>
            <pc:sldMk cId="961041555" sldId="262"/>
            <ac:spMk id="27" creationId="{923642A6-A31E-36FB-74DC-A984E80D9AA7}"/>
          </ac:spMkLst>
        </pc:spChg>
        <pc:spChg chg="add mod">
          <ac:chgData name="Nyarko Samuel Tettey" userId="8fbd0af0bdcd3fd9" providerId="LiveId" clId="{A2600DCE-111A-4808-9A7C-672C9F751875}" dt="2026-05-04T11:07:48.311" v="502" actId="1076"/>
          <ac:spMkLst>
            <pc:docMk/>
            <pc:sldMk cId="961041555" sldId="262"/>
            <ac:spMk id="28" creationId="{56E924E6-60FC-1E13-3497-53F279C05352}"/>
          </ac:spMkLst>
        </pc:spChg>
        <pc:spChg chg="add mod">
          <ac:chgData name="Nyarko Samuel Tettey" userId="8fbd0af0bdcd3fd9" providerId="LiveId" clId="{A2600DCE-111A-4808-9A7C-672C9F751875}" dt="2026-05-04T11:07:18.359" v="496" actId="1076"/>
          <ac:spMkLst>
            <pc:docMk/>
            <pc:sldMk cId="961041555" sldId="262"/>
            <ac:spMk id="29" creationId="{52F844D2-0444-D4F2-F903-96CDD7A231AE}"/>
          </ac:spMkLst>
        </pc:spChg>
        <pc:spChg chg="add del mod">
          <ac:chgData name="Nyarko Samuel Tettey" userId="8fbd0af0bdcd3fd9" providerId="LiveId" clId="{A2600DCE-111A-4808-9A7C-672C9F751875}" dt="2026-05-04T11:03:08.983" v="462"/>
          <ac:spMkLst>
            <pc:docMk/>
            <pc:sldMk cId="961041555" sldId="262"/>
            <ac:spMk id="30" creationId="{C0AE77E3-264B-1D5D-5900-B5FB586ED944}"/>
          </ac:spMkLst>
        </pc:spChg>
        <pc:spChg chg="add del mod">
          <ac:chgData name="Nyarko Samuel Tettey" userId="8fbd0af0bdcd3fd9" providerId="LiveId" clId="{A2600DCE-111A-4808-9A7C-672C9F751875}" dt="2026-05-04T11:03:25.930" v="467"/>
          <ac:spMkLst>
            <pc:docMk/>
            <pc:sldMk cId="961041555" sldId="262"/>
            <ac:spMk id="31" creationId="{D8716AE0-EE02-CF5F-A0D1-0A0AEBF688C5}"/>
          </ac:spMkLst>
        </pc:spChg>
        <pc:spChg chg="add mod">
          <ac:chgData name="Nyarko Samuel Tettey" userId="8fbd0af0bdcd3fd9" providerId="LiveId" clId="{A2600DCE-111A-4808-9A7C-672C9F751875}" dt="2026-05-04T11:08:08.947" v="503" actId="1076"/>
          <ac:spMkLst>
            <pc:docMk/>
            <pc:sldMk cId="961041555" sldId="262"/>
            <ac:spMk id="32" creationId="{0B6D2986-0ABA-B128-A6D3-8AB7D3F7E7E8}"/>
          </ac:spMkLst>
        </pc:spChg>
        <pc:spChg chg="add mod">
          <ac:chgData name="Nyarko Samuel Tettey" userId="8fbd0af0bdcd3fd9" providerId="LiveId" clId="{A2600DCE-111A-4808-9A7C-672C9F751875}" dt="2026-05-04T11:23:14.223" v="698" actId="14100"/>
          <ac:spMkLst>
            <pc:docMk/>
            <pc:sldMk cId="961041555" sldId="262"/>
            <ac:spMk id="33" creationId="{BEEAD203-6061-DA9C-FB23-39C441D7CF14}"/>
          </ac:spMkLst>
        </pc:spChg>
        <pc:spChg chg="add mod">
          <ac:chgData name="Nyarko Samuel Tettey" userId="8fbd0af0bdcd3fd9" providerId="LiveId" clId="{A2600DCE-111A-4808-9A7C-672C9F751875}" dt="2026-05-04T11:22:55.441" v="697" actId="313"/>
          <ac:spMkLst>
            <pc:docMk/>
            <pc:sldMk cId="961041555" sldId="262"/>
            <ac:spMk id="34" creationId="{0798FF85-7C2C-1954-E50B-FD761DFA9930}"/>
          </ac:spMkLst>
        </pc:spChg>
        <pc:spChg chg="add mod">
          <ac:chgData name="Nyarko Samuel Tettey" userId="8fbd0af0bdcd3fd9" providerId="LiveId" clId="{A2600DCE-111A-4808-9A7C-672C9F751875}" dt="2026-05-04T11:23:22.636" v="699" actId="14100"/>
          <ac:spMkLst>
            <pc:docMk/>
            <pc:sldMk cId="961041555" sldId="262"/>
            <ac:spMk id="35" creationId="{D33B91EB-5296-12E1-3075-D4F305EDC295}"/>
          </ac:spMkLst>
        </pc:spChg>
        <pc:spChg chg="add mod">
          <ac:chgData name="Nyarko Samuel Tettey" userId="8fbd0af0bdcd3fd9" providerId="LiveId" clId="{A2600DCE-111A-4808-9A7C-672C9F751875}" dt="2026-05-04T11:12:58.768" v="628" actId="14100"/>
          <ac:spMkLst>
            <pc:docMk/>
            <pc:sldMk cId="961041555" sldId="262"/>
            <ac:spMk id="36" creationId="{FF372254-C3E7-21F0-27AB-D4F8B441CECD}"/>
          </ac:spMkLst>
        </pc:spChg>
        <pc:spChg chg="add mod">
          <ac:chgData name="Nyarko Samuel Tettey" userId="8fbd0af0bdcd3fd9" providerId="LiveId" clId="{A2600DCE-111A-4808-9A7C-672C9F751875}" dt="2026-05-04T11:23:40.002" v="701" actId="1076"/>
          <ac:spMkLst>
            <pc:docMk/>
            <pc:sldMk cId="961041555" sldId="262"/>
            <ac:spMk id="37" creationId="{2A6C334A-829F-98D5-2389-2DB228FBDC8F}"/>
          </ac:spMkLst>
        </pc:spChg>
        <pc:spChg chg="add mod">
          <ac:chgData name="Nyarko Samuel Tettey" userId="8fbd0af0bdcd3fd9" providerId="LiveId" clId="{A2600DCE-111A-4808-9A7C-672C9F751875}" dt="2026-05-04T11:14:48.558" v="659" actId="1076"/>
          <ac:spMkLst>
            <pc:docMk/>
            <pc:sldMk cId="961041555" sldId="262"/>
            <ac:spMk id="38" creationId="{E839FC1A-2750-9375-EA89-0F3682451764}"/>
          </ac:spMkLst>
        </pc:spChg>
        <pc:spChg chg="add mod">
          <ac:chgData name="Nyarko Samuel Tettey" userId="8fbd0af0bdcd3fd9" providerId="LiveId" clId="{A2600DCE-111A-4808-9A7C-672C9F751875}" dt="2026-05-04T11:23:45.601" v="702" actId="14100"/>
          <ac:spMkLst>
            <pc:docMk/>
            <pc:sldMk cId="961041555" sldId="262"/>
            <ac:spMk id="39" creationId="{E072A837-1CF6-E9E5-F0EA-74D572405D27}"/>
          </ac:spMkLst>
        </pc:spChg>
        <pc:spChg chg="add mod">
          <ac:chgData name="Nyarko Samuel Tettey" userId="8fbd0af0bdcd3fd9" providerId="LiveId" clId="{A2600DCE-111A-4808-9A7C-672C9F751875}" dt="2026-05-04T11:16:06.051" v="672" actId="14100"/>
          <ac:spMkLst>
            <pc:docMk/>
            <pc:sldMk cId="961041555" sldId="262"/>
            <ac:spMk id="40" creationId="{9B54887D-1B44-1800-56F1-A27463CA5293}"/>
          </ac:spMkLst>
        </pc:spChg>
      </pc:sldChg>
      <pc:sldChg chg="new del">
        <pc:chgData name="Nyarko Samuel Tettey" userId="8fbd0af0bdcd3fd9" providerId="LiveId" clId="{A2600DCE-111A-4808-9A7C-672C9F751875}" dt="2026-05-05T09:39:09.547" v="796" actId="2696"/>
        <pc:sldMkLst>
          <pc:docMk/>
          <pc:sldMk cId="36150453" sldId="263"/>
        </pc:sldMkLst>
      </pc:sldChg>
      <pc:sldChg chg="modSp add mod">
        <pc:chgData name="Nyarko Samuel Tettey" userId="8fbd0af0bdcd3fd9" providerId="LiveId" clId="{A2600DCE-111A-4808-9A7C-672C9F751875}" dt="2026-05-05T09:41:02.540" v="913" actId="20577"/>
        <pc:sldMkLst>
          <pc:docMk/>
          <pc:sldMk cId="3864489671" sldId="263"/>
        </pc:sldMkLst>
        <pc:spChg chg="mod">
          <ac:chgData name="Nyarko Samuel Tettey" userId="8fbd0af0bdcd3fd9" providerId="LiveId" clId="{A2600DCE-111A-4808-9A7C-672C9F751875}" dt="2026-05-05T09:41:02.540" v="913" actId="20577"/>
          <ac:spMkLst>
            <pc:docMk/>
            <pc:sldMk cId="3864489671" sldId="263"/>
            <ac:spMk id="3" creationId="{71F9F776-6BB6-6CFB-5E9B-3C5E9965071C}"/>
          </ac:spMkLst>
        </pc:spChg>
      </pc:sldChg>
      <pc:sldChg chg="modSp add mod">
        <pc:chgData name="Nyarko Samuel Tettey" userId="8fbd0af0bdcd3fd9" providerId="LiveId" clId="{A2600DCE-111A-4808-9A7C-672C9F751875}" dt="2026-05-05T10:34:33.582" v="1081" actId="20577"/>
        <pc:sldMkLst>
          <pc:docMk/>
          <pc:sldMk cId="2781673541" sldId="264"/>
        </pc:sldMkLst>
        <pc:spChg chg="mod">
          <ac:chgData name="Nyarko Samuel Tettey" userId="8fbd0af0bdcd3fd9" providerId="LiveId" clId="{A2600DCE-111A-4808-9A7C-672C9F751875}" dt="2026-05-05T10:31:44.882" v="955" actId="20577"/>
          <ac:spMkLst>
            <pc:docMk/>
            <pc:sldMk cId="2781673541" sldId="264"/>
            <ac:spMk id="2" creationId="{33EF0882-ADA3-A727-C8C6-2F6F99923DD6}"/>
          </ac:spMkLst>
        </pc:spChg>
        <pc:spChg chg="mod">
          <ac:chgData name="Nyarko Samuel Tettey" userId="8fbd0af0bdcd3fd9" providerId="LiveId" clId="{A2600DCE-111A-4808-9A7C-672C9F751875}" dt="2026-05-05T10:34:33.582" v="1081" actId="20577"/>
          <ac:spMkLst>
            <pc:docMk/>
            <pc:sldMk cId="2781673541" sldId="264"/>
            <ac:spMk id="3" creationId="{723CA464-1196-99B1-4686-6B5A2FBD58FD}"/>
          </ac:spMkLst>
        </pc:spChg>
      </pc:sldChg>
      <pc:sldChg chg="modSp add del mod">
        <pc:chgData name="Nyarko Samuel Tettey" userId="8fbd0af0bdcd3fd9" providerId="LiveId" clId="{A2600DCE-111A-4808-9A7C-672C9F751875}" dt="2026-05-05T10:30:59.657" v="921" actId="2696"/>
        <pc:sldMkLst>
          <pc:docMk/>
          <pc:sldMk cId="2984868005" sldId="264"/>
        </pc:sldMkLst>
        <pc:spChg chg="mod">
          <ac:chgData name="Nyarko Samuel Tettey" userId="8fbd0af0bdcd3fd9" providerId="LiveId" clId="{A2600DCE-111A-4808-9A7C-672C9F751875}" dt="2026-05-05T09:49:24.846" v="917" actId="27636"/>
          <ac:spMkLst>
            <pc:docMk/>
            <pc:sldMk cId="2984868005" sldId="264"/>
            <ac:spMk id="2" creationId="{14B730D4-686E-014C-1A6B-3F91DF9219B0}"/>
          </ac:spMkLst>
        </pc:spChg>
        <pc:spChg chg="mod">
          <ac:chgData name="Nyarko Samuel Tettey" userId="8fbd0af0bdcd3fd9" providerId="LiveId" clId="{A2600DCE-111A-4808-9A7C-672C9F751875}" dt="2026-05-05T10:07:40.764" v="920" actId="20577"/>
          <ac:spMkLst>
            <pc:docMk/>
            <pc:sldMk cId="2984868005" sldId="264"/>
            <ac:spMk id="3" creationId="{AD3C7BC3-0E40-0542-C67D-DF3D8C6DDE44}"/>
          </ac:spMkLst>
        </pc:spChg>
      </pc:sldChg>
      <pc:sldMasterChg chg="modSldLayout">
        <pc:chgData name="Nyarko Samuel Tettey" userId="8fbd0af0bdcd3fd9" providerId="LiveId" clId="{A2600DCE-111A-4808-9A7C-672C9F751875}" dt="2026-05-05T09:38:44.651" v="794"/>
        <pc:sldMasterMkLst>
          <pc:docMk/>
          <pc:sldMasterMk cId="3524596186" sldId="2147483770"/>
        </pc:sldMasterMkLst>
        <pc:sldLayoutChg chg="addSp delSp">
          <pc:chgData name="Nyarko Samuel Tettey" userId="8fbd0af0bdcd3fd9" providerId="LiveId" clId="{A2600DCE-111A-4808-9A7C-672C9F751875}" dt="2026-05-05T09:38:44.651" v="794"/>
          <pc:sldLayoutMkLst>
            <pc:docMk/>
            <pc:sldMasterMk cId="3524596186" sldId="2147483770"/>
            <pc:sldLayoutMk cId="965503353" sldId="2147483782"/>
          </pc:sldLayoutMkLst>
          <pc:picChg chg="add del">
            <ac:chgData name="Nyarko Samuel Tettey" userId="8fbd0af0bdcd3fd9" providerId="LiveId" clId="{A2600DCE-111A-4808-9A7C-672C9F751875}" dt="2026-05-05T09:38:44.651" v="794"/>
            <ac:picMkLst>
              <pc:docMk/>
              <pc:sldMasterMk cId="3524596186" sldId="2147483770"/>
              <pc:sldLayoutMk cId="965503353" sldId="2147483782"/>
              <ac:picMk id="9" creationId="{C35E5011-9B67-D528-E120-F5ABBF8FE5A5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355A-A365-10B0-A284-BB90DFB1E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93" y="-404575"/>
            <a:ext cx="11801012" cy="3432299"/>
          </a:xfrm>
        </p:spPr>
        <p:txBody>
          <a:bodyPr/>
          <a:lstStyle/>
          <a:p>
            <a:r>
              <a:rPr lang="en-US" u="sng" dirty="0">
                <a:latin typeface="Arial Black" panose="020B0A04020102020204" pitchFamily="34" charset="0"/>
              </a:rPr>
              <a:t>AMBULANCE BED AVAILABITY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0553B-D788-1BCE-8B1C-BA40FC07C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395" y="2036067"/>
            <a:ext cx="3830874" cy="3022630"/>
          </a:xfrm>
        </p:spPr>
        <p:txBody>
          <a:bodyPr>
            <a:normAutofit fontScale="77500" lnSpcReduction="20000"/>
          </a:bodyPr>
          <a:lstStyle/>
          <a:p>
            <a:r>
              <a:rPr lang="en-US" sz="2000" u="sng" dirty="0"/>
              <a:t>OUTLINE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Solution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Flowchart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ERD (Entity Relation Diagram)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C9A50-3C69-5C03-E113-B89F320F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992B0-A7C2-0848-83E9-98401480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9139-99F8-4B6E-8834-95F2B9D91EE4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87676-5AC9-4968-4301-33AD9BDE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9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0248-AE88-DC34-074C-ACB3AD45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9A9C-1710-774C-0E40-C82074B02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93" y="-404575"/>
            <a:ext cx="11801012" cy="3432299"/>
          </a:xfrm>
        </p:spPr>
        <p:txBody>
          <a:bodyPr/>
          <a:lstStyle/>
          <a:p>
            <a:r>
              <a:rPr lang="en-US" u="sng" dirty="0">
                <a:latin typeface="Arial Black" panose="020B0A04020102020204" pitchFamily="34" charset="0"/>
              </a:rPr>
              <a:t>AMBULANCE BED AVAILABITY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9F776-6BB6-6CFB-5E9B-3C5E99650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395" y="2036067"/>
            <a:ext cx="3830874" cy="302263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/>
              <a:t>GROUP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JOSHUA WELLINGTON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SAMUEL TETTEY NYARKO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DANIEL KRAUSE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SETH KUMI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PROSPER JOHNSON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84BBD-DFE4-B2C4-9312-AA763753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5E430-985D-9E40-7251-4E96E9BB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9139-99F8-4B6E-8834-95F2B9D91EE4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35ED5-BC7C-E721-CC84-03C349BF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89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57738-8787-AFC2-9A12-C66DB61E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93" y="162179"/>
            <a:ext cx="9942409" cy="671387"/>
          </a:xfrm>
        </p:spPr>
        <p:txBody>
          <a:bodyPr>
            <a:noAutofit/>
          </a:bodyPr>
          <a:lstStyle/>
          <a:p>
            <a:pPr algn="ctr"/>
            <a:r>
              <a:rPr lang="en-US" sz="6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82337-ABA6-E791-9A37-69E33A268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72" y="1224116"/>
            <a:ext cx="11701312" cy="4232787"/>
          </a:xfrm>
        </p:spPr>
        <p:txBody>
          <a:bodyPr>
            <a:normAutofit fontScale="77500" lnSpcReduction="20000"/>
          </a:bodyPr>
          <a:lstStyle/>
          <a:p>
            <a:r>
              <a:rPr lang="en-US" sz="4200" dirty="0"/>
              <a:t>Many patients die during transit due to the absence of real-time information on hospital bed availability. Paramedics often transport patients to full hospitals, causing critical delays. A software program (Ambulance Bed Availability System) that provides real-time data that tracks free bed counts at the nearest hospital emergency unit and provides optimal routing to that hospital can significantly improve emergency response and reduce mortality.</a:t>
            </a:r>
          </a:p>
          <a:p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5C01B-4891-925F-4711-C6C04B29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1F5BA-D6D2-4D38-E15A-9CE50136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6E097-32EC-63D7-E03B-D64D7E35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4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F77B-8041-158A-1D31-2815C410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13" y="162179"/>
            <a:ext cx="9942409" cy="671387"/>
          </a:xfrm>
        </p:spPr>
        <p:txBody>
          <a:bodyPr/>
          <a:lstStyle/>
          <a:p>
            <a:pPr algn="ctr"/>
            <a:r>
              <a:rPr lang="en-US" u="sng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8A68D-8942-F210-05C5-A99A7C78C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833566"/>
            <a:ext cx="11299794" cy="559783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Lack of real-time information on hospital bed availability leads to delays in emergency care.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Paramedics often transport patients to full hospitals, causing critical time loss.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No integration between hospital data and navigation systems for optimal routing.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Need for an Ambulance Bed Availability System to improve response time and reduce mortality.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8036D-6D79-F80B-DB70-EBDAAF73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20942-B88F-CB5B-4B4E-9D74C9E0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BA306-A6CC-1132-A418-17E3ABD1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68016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5718-B264-2395-4240-1AEE2605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400" u="sng" dirty="0"/>
              <a:t>SOULTION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FDFE7-C9B6-ECF3-4B34-D873BA204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11299794" cy="5597836"/>
          </a:xfrm>
        </p:spPr>
        <p:txBody>
          <a:bodyPr>
            <a:normAutofit/>
          </a:bodyPr>
          <a:lstStyle/>
          <a:p>
            <a:r>
              <a:rPr lang="en-US" sz="3200" dirty="0"/>
              <a:t>Create a software program 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Maintains a list of Hospital Emergency Units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Allows updating bed counts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Finds the nearest hospital with at least one available bed from any given location.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D1C27-AA47-9739-291E-EFF8E166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B7DDC-39BB-6F8A-24DC-01AEC4A8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F710E-7537-5195-FA58-EF6847B0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8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F77B-A997-4548-6FB6-9DF345C7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u="sng" dirty="0"/>
              <a:t>SOULTION OVERVIEW </a:t>
            </a:r>
            <a:r>
              <a:rPr lang="en-US" sz="3600" u="sng" dirty="0" err="1"/>
              <a:t>cont</a:t>
            </a:r>
            <a:r>
              <a:rPr lang="en-US" sz="3600" u="sng" dirty="0"/>
              <a:t>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29C22-9482-4864-48BF-622AB839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0DF0A-09E0-3FFD-764C-456FD559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59A83-4305-9C4E-E653-BC212C1D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F097097E-6D79-31D2-A8DE-96604CE3D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1097984"/>
            <a:ext cx="1070921" cy="671387"/>
          </a:xfrm>
        </p:spPr>
        <p:txBody>
          <a:bodyPr>
            <a:normAutofit/>
          </a:bodyPr>
          <a:lstStyle/>
          <a:p>
            <a:r>
              <a:rPr lang="en-US" sz="2400" dirty="0"/>
              <a:t>Start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B3A6991-2A0E-57CA-2FF9-37415D56C7B8}"/>
              </a:ext>
            </a:extLst>
          </p:cNvPr>
          <p:cNvSpPr/>
          <p:nvPr/>
        </p:nvSpPr>
        <p:spPr>
          <a:xfrm>
            <a:off x="1516958" y="1155634"/>
            <a:ext cx="859429" cy="3693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6C2C46-1A39-B14D-7719-B08263FFE7AA}"/>
              </a:ext>
            </a:extLst>
          </p:cNvPr>
          <p:cNvSpPr txBox="1"/>
          <p:nvPr/>
        </p:nvSpPr>
        <p:spPr>
          <a:xfrm>
            <a:off x="2482642" y="1160894"/>
            <a:ext cx="345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current location (long, </a:t>
            </a:r>
            <a:r>
              <a:rPr lang="en-US" dirty="0" err="1"/>
              <a:t>lat</a:t>
            </a:r>
            <a:r>
              <a:rPr lang="en-US" dirty="0"/>
              <a:t>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F037AF2-F51E-509A-907C-EA1C4A3744A3}"/>
              </a:ext>
            </a:extLst>
          </p:cNvPr>
          <p:cNvSpPr/>
          <p:nvPr/>
        </p:nvSpPr>
        <p:spPr>
          <a:xfrm>
            <a:off x="5933767" y="1176265"/>
            <a:ext cx="1189704" cy="3693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81CDD-2E73-C986-47C5-81554D9A505A}"/>
              </a:ext>
            </a:extLst>
          </p:cNvPr>
          <p:cNvSpPr txBox="1"/>
          <p:nvPr/>
        </p:nvSpPr>
        <p:spPr>
          <a:xfrm>
            <a:off x="7123471" y="1176265"/>
            <a:ext cx="46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Initialize empty list “  possible hospital”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3AB986E-630A-5786-D825-A3E817F6BB64}"/>
              </a:ext>
            </a:extLst>
          </p:cNvPr>
          <p:cNvSpPr/>
          <p:nvPr/>
        </p:nvSpPr>
        <p:spPr>
          <a:xfrm>
            <a:off x="9039880" y="1684096"/>
            <a:ext cx="449385" cy="67138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1FBDB6-C331-ABC9-4502-7CDF66B4514C}"/>
              </a:ext>
            </a:extLst>
          </p:cNvPr>
          <p:cNvSpPr txBox="1"/>
          <p:nvPr/>
        </p:nvSpPr>
        <p:spPr>
          <a:xfrm>
            <a:off x="7692737" y="2438713"/>
            <a:ext cx="463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hospital in dispatch. Hospitals :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14F5A175-2D9C-95A0-3148-4332C560C2AD}"/>
              </a:ext>
            </a:extLst>
          </p:cNvPr>
          <p:cNvSpPr/>
          <p:nvPr/>
        </p:nvSpPr>
        <p:spPr>
          <a:xfrm>
            <a:off x="6737769" y="2472780"/>
            <a:ext cx="836212" cy="369332"/>
          </a:xfrm>
          <a:prstGeom prst="leftArrow">
            <a:avLst/>
          </a:prstGeom>
          <a:solidFill>
            <a:schemeClr val="tx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0F85A52F-1C09-E748-4008-D9542B9E50EE}"/>
              </a:ext>
            </a:extLst>
          </p:cNvPr>
          <p:cNvSpPr/>
          <p:nvPr/>
        </p:nvSpPr>
        <p:spPr>
          <a:xfrm rot="5400000">
            <a:off x="7736318" y="2832480"/>
            <a:ext cx="576470" cy="616572"/>
          </a:xfrm>
          <a:prstGeom prst="bent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8C9AB3FC-9427-C386-A08F-92830DA4D942}"/>
              </a:ext>
            </a:extLst>
          </p:cNvPr>
          <p:cNvSpPr/>
          <p:nvPr/>
        </p:nvSpPr>
        <p:spPr>
          <a:xfrm rot="5400000">
            <a:off x="7672642" y="3400179"/>
            <a:ext cx="703822" cy="616572"/>
          </a:xfrm>
          <a:prstGeom prst="bent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939C64-BE42-4656-3335-687D68C6E2A9}"/>
              </a:ext>
            </a:extLst>
          </p:cNvPr>
          <p:cNvSpPr txBox="1"/>
          <p:nvPr/>
        </p:nvSpPr>
        <p:spPr>
          <a:xfrm>
            <a:off x="8459921" y="2934537"/>
            <a:ext cx="3278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dirty="0" err="1"/>
              <a:t>hospital.available_beds</a:t>
            </a:r>
            <a:r>
              <a:rPr lang="en-US" dirty="0"/>
              <a:t> &gt; 0</a:t>
            </a:r>
          </a:p>
          <a:p>
            <a:r>
              <a:rPr lang="en-US" dirty="0"/>
              <a:t>Add hospital to candidates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8E2683-F0CB-ED12-7254-AC97E4169296}"/>
              </a:ext>
            </a:extLst>
          </p:cNvPr>
          <p:cNvSpPr txBox="1"/>
          <p:nvPr/>
        </p:nvSpPr>
        <p:spPr>
          <a:xfrm>
            <a:off x="8459920" y="3706784"/>
            <a:ext cx="3278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 : skip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7C2279-80D7-9672-756C-1E9FD70752AF}"/>
              </a:ext>
            </a:extLst>
          </p:cNvPr>
          <p:cNvSpPr txBox="1"/>
          <p:nvPr/>
        </p:nvSpPr>
        <p:spPr>
          <a:xfrm>
            <a:off x="4238329" y="2460679"/>
            <a:ext cx="252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candidates is empty </a:t>
            </a:r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923642A6-A31E-36FB-74DC-A984E80D9AA7}"/>
              </a:ext>
            </a:extLst>
          </p:cNvPr>
          <p:cNvSpPr/>
          <p:nvPr/>
        </p:nvSpPr>
        <p:spPr>
          <a:xfrm rot="5400000">
            <a:off x="4278045" y="2914486"/>
            <a:ext cx="576470" cy="616572"/>
          </a:xfrm>
          <a:prstGeom prst="bent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56E924E6-60FC-1E13-3497-53F279C05352}"/>
              </a:ext>
            </a:extLst>
          </p:cNvPr>
          <p:cNvSpPr/>
          <p:nvPr/>
        </p:nvSpPr>
        <p:spPr>
          <a:xfrm>
            <a:off x="3384244" y="2483199"/>
            <a:ext cx="727003" cy="369332"/>
          </a:xfrm>
          <a:prstGeom prst="leftArrow">
            <a:avLst/>
          </a:prstGeom>
          <a:solidFill>
            <a:schemeClr val="tx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F844D2-0444-D4F2-F903-96CDD7A231AE}"/>
              </a:ext>
            </a:extLst>
          </p:cNvPr>
          <p:cNvSpPr txBox="1"/>
          <p:nvPr/>
        </p:nvSpPr>
        <p:spPr>
          <a:xfrm>
            <a:off x="4874566" y="3081407"/>
            <a:ext cx="215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“No hospital available”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6D2986-0ABA-B128-A6D3-8AB7D3F7E7E8}"/>
              </a:ext>
            </a:extLst>
          </p:cNvPr>
          <p:cNvSpPr txBox="1"/>
          <p:nvPr/>
        </p:nvSpPr>
        <p:spPr>
          <a:xfrm>
            <a:off x="2671609" y="2483199"/>
            <a:ext cx="712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BEEAD203-6061-DA9C-FB23-39C441D7CF14}"/>
              </a:ext>
            </a:extLst>
          </p:cNvPr>
          <p:cNvSpPr/>
          <p:nvPr/>
        </p:nvSpPr>
        <p:spPr>
          <a:xfrm>
            <a:off x="1386349" y="2473680"/>
            <a:ext cx="1238760" cy="369332"/>
          </a:xfrm>
          <a:prstGeom prst="leftArrow">
            <a:avLst/>
          </a:prstGeom>
          <a:solidFill>
            <a:schemeClr val="tx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98FF85-7C2C-1954-E50B-FD761DFA9930}"/>
              </a:ext>
            </a:extLst>
          </p:cNvPr>
          <p:cNvSpPr txBox="1"/>
          <p:nvPr/>
        </p:nvSpPr>
        <p:spPr>
          <a:xfrm>
            <a:off x="147484" y="2483199"/>
            <a:ext cx="15902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distance from current location to each candidate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D33B91EB-5296-12E1-3075-D4F305EDC295}"/>
              </a:ext>
            </a:extLst>
          </p:cNvPr>
          <p:cNvSpPr/>
          <p:nvPr/>
        </p:nvSpPr>
        <p:spPr>
          <a:xfrm>
            <a:off x="420791" y="4206060"/>
            <a:ext cx="427704" cy="104436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372254-C3E7-21F0-27AB-D4F8B441CECD}"/>
              </a:ext>
            </a:extLst>
          </p:cNvPr>
          <p:cNvSpPr txBox="1"/>
          <p:nvPr/>
        </p:nvSpPr>
        <p:spPr>
          <a:xfrm>
            <a:off x="73742" y="5250426"/>
            <a:ext cx="2703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hospital with the minimum distance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2A6C334A-829F-98D5-2389-2DB228FBDC8F}"/>
              </a:ext>
            </a:extLst>
          </p:cNvPr>
          <p:cNvSpPr/>
          <p:nvPr/>
        </p:nvSpPr>
        <p:spPr>
          <a:xfrm>
            <a:off x="2788711" y="5448437"/>
            <a:ext cx="1191066" cy="33832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39FC1A-2750-9375-EA89-0F3682451764}"/>
              </a:ext>
            </a:extLst>
          </p:cNvPr>
          <p:cNvSpPr txBox="1"/>
          <p:nvPr/>
        </p:nvSpPr>
        <p:spPr>
          <a:xfrm>
            <a:off x="4212289" y="5433481"/>
            <a:ext cx="241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that hospital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072A837-1CF6-E9E5-F0EA-74D572405D27}"/>
              </a:ext>
            </a:extLst>
          </p:cNvPr>
          <p:cNvSpPr/>
          <p:nvPr/>
        </p:nvSpPr>
        <p:spPr>
          <a:xfrm>
            <a:off x="6580849" y="5453419"/>
            <a:ext cx="1313722" cy="3693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54887D-1B44-1800-56F1-A27463CA5293}"/>
              </a:ext>
            </a:extLst>
          </p:cNvPr>
          <p:cNvSpPr txBox="1"/>
          <p:nvPr/>
        </p:nvSpPr>
        <p:spPr>
          <a:xfrm>
            <a:off x="7894571" y="5469159"/>
            <a:ext cx="910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6104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A967-021B-4645-C089-A5474DBF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473" y="308611"/>
            <a:ext cx="9942409" cy="1151479"/>
          </a:xfrm>
        </p:spPr>
        <p:txBody>
          <a:bodyPr>
            <a:normAutofit fontScale="90000"/>
          </a:bodyPr>
          <a:lstStyle/>
          <a:p>
            <a:r>
              <a:rPr lang="en-US" sz="4800" u="sng" dirty="0"/>
              <a:t>FLOWCHART :REFER TO (E-DRAW MAX)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9F35D-70E9-FB84-75B7-2989188F6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44111" y="1917290"/>
            <a:ext cx="10061772" cy="3923069"/>
          </a:xfrm>
        </p:spPr>
        <p:txBody>
          <a:bodyPr>
            <a:normAutofit fontScale="85000" lnSpcReduction="20000"/>
          </a:bodyPr>
          <a:lstStyle/>
          <a:p>
            <a:r>
              <a:rPr lang="en-US" sz="2800" u="sng" dirty="0"/>
              <a:t>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Caller(</a:t>
            </a:r>
            <a:r>
              <a:rPr lang="en-US" sz="2800" dirty="0"/>
              <a:t>Emergency</a:t>
            </a:r>
            <a:r>
              <a:rPr lang="en-US" sz="2800" u="sng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Hospital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Ambulance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Paramedics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Patient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Bed</a:t>
            </a:r>
          </a:p>
          <a:p>
            <a:r>
              <a:rPr lang="en-US" sz="1800" u="sng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4F451-1A87-CFDB-6B67-0EEA0C8C5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B094B-3B4C-4AA6-9FB6-3DE6394D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EB22B-A12D-8D13-1EC4-D39F3CCF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3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02E04-72E2-565D-97A3-48B1ED3B9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0882-ADA3-A727-C8C6-2F6F9992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473" y="308611"/>
            <a:ext cx="9942409" cy="1151479"/>
          </a:xfrm>
        </p:spPr>
        <p:txBody>
          <a:bodyPr>
            <a:normAutofit fontScale="90000"/>
          </a:bodyPr>
          <a:lstStyle/>
          <a:p>
            <a:r>
              <a:rPr lang="en-US" sz="4800" u="sng" dirty="0"/>
              <a:t>ER DIAGRAM :REFER TO (IO DRAW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CA464-1196-99B1-4686-6B5A2FBD5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44111" y="1902542"/>
            <a:ext cx="10061772" cy="3923069"/>
          </a:xfrm>
        </p:spPr>
        <p:txBody>
          <a:bodyPr>
            <a:normAutofit fontScale="70000" lnSpcReduction="20000"/>
          </a:bodyPr>
          <a:lstStyle/>
          <a:p>
            <a:r>
              <a:rPr lang="en-US" sz="2800" u="sng" dirty="0"/>
              <a:t>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Caller(</a:t>
            </a:r>
            <a:r>
              <a:rPr lang="en-US" sz="2800" dirty="0"/>
              <a:t>Emergency</a:t>
            </a:r>
            <a:r>
              <a:rPr lang="en-US" sz="2800" u="sng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Hospital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Dispatch( paramedics, ambulance,)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Patient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Bed</a:t>
            </a:r>
          </a:p>
          <a:p>
            <a:endParaRPr lang="en-US" sz="2800" u="sng" dirty="0"/>
          </a:p>
          <a:p>
            <a:r>
              <a:rPr lang="en-US" sz="2800" u="sng" dirty="0"/>
              <a:t>NB:</a:t>
            </a:r>
            <a:r>
              <a:rPr lang="en-US" sz="2800" dirty="0"/>
              <a:t> Database to this ER DIAGRAM has been added.</a:t>
            </a:r>
            <a:endParaRPr lang="en-US" sz="2800" u="sng" dirty="0"/>
          </a:p>
          <a:p>
            <a:r>
              <a:rPr lang="en-US" sz="1800" u="sng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3887C-99F2-5DCC-45A1-31C80087E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CD909-60D7-1CBB-6D81-9254AB27C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41BC8-9EB7-F23E-9E09-DB54075F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735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A6A7-0571-5558-28D2-28FD8FA8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604" y="423962"/>
            <a:ext cx="9942409" cy="671387"/>
          </a:xfrm>
        </p:spPr>
        <p:txBody>
          <a:bodyPr/>
          <a:lstStyle/>
          <a:p>
            <a:r>
              <a:rPr lang="en-US" i="1" u="sng" dirty="0"/>
              <a:t>PYTHON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BFB4-F88E-B564-E4DE-28EBE2E45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4"/>
            <a:ext cx="10627877" cy="5259509"/>
          </a:xfrm>
        </p:spPr>
        <p:txBody>
          <a:bodyPr>
            <a:normAutofit/>
          </a:bodyPr>
          <a:lstStyle/>
          <a:p>
            <a:r>
              <a:rPr lang="en-US" sz="4000" dirty="0"/>
              <a:t>Uploaded to </a:t>
            </a:r>
            <a:r>
              <a:rPr lang="en-US" sz="4000"/>
              <a:t>GITHUB Repository</a:t>
            </a:r>
            <a:endParaRPr lang="en-US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61DC3-50F8-ACE8-0897-7D7A1AFF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7412D-451C-269A-C487-4B8CBF43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FED69-1292-D4A7-76B0-0EEBF097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62315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7881E31-9AB4-4BE6-9BD7-A3C7B6758B77}" vid="{7019BE8A-BD8A-4CE9-8309-300FAB864D65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1168</TotalTime>
  <Words>373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Neue Haas Grotesk Text Pro</vt:lpstr>
      <vt:lpstr>Film Burn</vt:lpstr>
      <vt:lpstr>AMBULANCE BED AVAILABITY  </vt:lpstr>
      <vt:lpstr>AMBULANCE BED AVAILABITY  </vt:lpstr>
      <vt:lpstr>BACKGROUND</vt:lpstr>
      <vt:lpstr>PROBLEM STATEMENT</vt:lpstr>
      <vt:lpstr>SOULTION OVERVIEW</vt:lpstr>
      <vt:lpstr>SOULTION OVERVIEW cont :</vt:lpstr>
      <vt:lpstr>FLOWCHART :REFER TO (E-DRAW MAX)</vt:lpstr>
      <vt:lpstr>ER DIAGRAM :REFER TO (IO DRAW )</vt:lpstr>
      <vt:lpstr>PYTHON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Nyarko Samuel Tettey</dc:creator>
  <cp:lastModifiedBy>Nyarko Samuel Tettey</cp:lastModifiedBy>
  <cp:revision>1</cp:revision>
  <dcterms:created xsi:type="dcterms:W3CDTF">2026-04-30T09:46:55Z</dcterms:created>
  <dcterms:modified xsi:type="dcterms:W3CDTF">2026-05-05T10:40:17Z</dcterms:modified>
</cp:coreProperties>
</file>